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D9E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120" y="571689"/>
            <a:ext cx="8600694" cy="801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908" y="2281338"/>
            <a:ext cx="11508740" cy="369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61925"/>
            <a:ext cx="11887200" cy="6534784"/>
          </a:xfrm>
          <a:custGeom>
            <a:avLst/>
            <a:gdLst/>
            <a:ahLst/>
            <a:cxnLst/>
            <a:rect l="l" t="t" r="r" b="b"/>
            <a:pathLst>
              <a:path w="11887200" h="6534784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762250" y="4225810"/>
            <a:ext cx="4666615" cy="139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24255">
              <a:lnSpc>
                <a:spcPct val="1247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&lt;&lt;Startup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Name&gt;&gt; </a:t>
            </a:r>
            <a:r>
              <a:rPr dirty="0" sz="2400">
                <a:latin typeface="Arial MT"/>
                <a:cs typeface="Arial MT"/>
              </a:rPr>
              <a:t>Nirmaan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Pre-</a:t>
            </a:r>
            <a:r>
              <a:rPr dirty="0" sz="2400" spc="-10">
                <a:latin typeface="Arial MT"/>
                <a:cs typeface="Arial MT"/>
              </a:rPr>
              <a:t>Incubator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Application</a:t>
            </a:r>
            <a:endParaRPr sz="2400">
              <a:latin typeface="Arial MT"/>
              <a:cs typeface="Arial MT"/>
            </a:endParaRPr>
          </a:p>
          <a:p>
            <a:pPr marL="1706245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latin typeface="Arial MT"/>
                <a:cs typeface="Arial MT"/>
              </a:rPr>
              <a:t>Jan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2023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11487" y="2342298"/>
            <a:ext cx="6163310" cy="1582420"/>
          </a:xfrm>
          <a:prstGeom prst="rect"/>
        </p:spPr>
        <p:txBody>
          <a:bodyPr wrap="square" lIns="0" tIns="86995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685"/>
              </a:spcBef>
            </a:pPr>
            <a:r>
              <a:rPr dirty="0" sz="2600" spc="-10"/>
              <a:t>NIRMAAN</a:t>
            </a:r>
            <a:r>
              <a:rPr dirty="0" sz="2600" spc="-100"/>
              <a:t> </a:t>
            </a:r>
            <a:r>
              <a:rPr dirty="0" sz="2600"/>
              <a:t>PITCH</a:t>
            </a:r>
            <a:r>
              <a:rPr dirty="0" sz="2600" spc="-100"/>
              <a:t> </a:t>
            </a:r>
            <a:r>
              <a:rPr dirty="0" sz="2600" spc="-20"/>
              <a:t>DECK</a:t>
            </a:r>
            <a:endParaRPr sz="2600"/>
          </a:p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dirty="0" sz="6000">
                <a:latin typeface="Arial MT"/>
                <a:cs typeface="Arial MT"/>
              </a:rPr>
              <a:t>&lt;&lt;Startup</a:t>
            </a:r>
            <a:r>
              <a:rPr dirty="0" sz="6000" spc="-60">
                <a:latin typeface="Arial MT"/>
                <a:cs typeface="Arial MT"/>
              </a:rPr>
              <a:t> </a:t>
            </a:r>
            <a:r>
              <a:rPr dirty="0" sz="6000" spc="-10">
                <a:latin typeface="Arial MT"/>
                <a:cs typeface="Arial MT"/>
              </a:rPr>
              <a:t>Logo&gt;&gt;</a:t>
            </a:r>
            <a:endParaRPr sz="60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7010" y="580497"/>
            <a:ext cx="1577974" cy="1571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61925"/>
            <a:ext cx="11887200" cy="6534784"/>
          </a:xfrm>
          <a:custGeom>
            <a:avLst/>
            <a:gdLst/>
            <a:ahLst/>
            <a:cxnLst/>
            <a:rect l="l" t="t" r="r" b="b"/>
            <a:pathLst>
              <a:path w="11887200" h="6534784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49350">
              <a:lnSpc>
                <a:spcPct val="100000"/>
              </a:lnSpc>
              <a:spcBef>
                <a:spcPts val="100"/>
              </a:spcBef>
            </a:pPr>
            <a:r>
              <a:rPr dirty="0"/>
              <a:t>About</a:t>
            </a:r>
            <a:r>
              <a:rPr dirty="0" spc="-145"/>
              <a:t> </a:t>
            </a:r>
            <a:r>
              <a:rPr dirty="0"/>
              <a:t>You/Your</a:t>
            </a:r>
            <a:r>
              <a:rPr dirty="0" spc="-140"/>
              <a:t> </a:t>
            </a:r>
            <a:r>
              <a:rPr dirty="0" spc="-20"/>
              <a:t>Team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80008" y="2281338"/>
          <a:ext cx="11508740" cy="369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1314"/>
                <a:gridCol w="1631314"/>
                <a:gridCol w="1248410"/>
                <a:gridCol w="1028700"/>
                <a:gridCol w="2261869"/>
                <a:gridCol w="1988820"/>
                <a:gridCol w="1631950"/>
              </a:tblGrid>
              <a:tr h="486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10">
                          <a:latin typeface="Calibri"/>
                          <a:cs typeface="Calibri"/>
                        </a:rPr>
                        <a:t>Photo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Department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Year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57721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Skillsets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 Bring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Passion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Interest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400" b="1">
                          <a:latin typeface="Calibri"/>
                          <a:cs typeface="Calibri"/>
                        </a:rPr>
                        <a:t>Role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4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Team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</a:tr>
              <a:tr h="686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</a:tr>
              <a:tr h="1160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02399" y="463041"/>
          <a:ext cx="11463655" cy="591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9575"/>
                <a:gridCol w="8424545"/>
              </a:tblGrid>
              <a:tr h="855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Industry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[Mention</a:t>
                      </a:r>
                      <a:r>
                        <a:rPr dirty="0" sz="16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industry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idea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useful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for?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(Refer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6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form)]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</a:tr>
              <a:tr h="987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Solution</a:t>
                      </a:r>
                      <a:r>
                        <a:rPr dirty="0" sz="18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Type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[Mention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it's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Hardware/Software/Hybrid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company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(refer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6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form)]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</a:tr>
              <a:tr h="872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Calibri"/>
                          <a:cs typeface="Calibri"/>
                        </a:rPr>
                        <a:t>Technology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being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Calibri"/>
                          <a:cs typeface="Calibri"/>
                        </a:rPr>
                        <a:t>[Briefly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mention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which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technology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startup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building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upon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(refer</a:t>
                      </a:r>
                      <a:r>
                        <a:rPr dirty="0" sz="16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dirty="0" sz="16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latin typeface="Calibri"/>
                          <a:cs typeface="Calibri"/>
                        </a:rPr>
                        <a:t>form)]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</a:tr>
              <a:tr h="160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Stage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Venture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24840" marR="204470" indent="-419734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Mention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following: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1)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Idea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2)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Pre-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Revenue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3)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Prototyping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4)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MVP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5)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Growth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6)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Early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Customers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7)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Idea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8)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Problem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Identification]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540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</a:tr>
              <a:tr h="160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49020" marR="370840" indent="-673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Intellectual</a:t>
                      </a:r>
                      <a:r>
                        <a:rPr dirty="0" sz="18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Property Rights?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58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858770" marR="148590" indent="-271145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[Mention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potential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IP</a:t>
                      </a:r>
                      <a:r>
                        <a:rPr dirty="0" sz="18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right.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them,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mention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how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many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countries]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2540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4475" y="1218324"/>
            <a:ext cx="5690235" cy="5286375"/>
          </a:xfrm>
          <a:custGeom>
            <a:avLst/>
            <a:gdLst/>
            <a:ahLst/>
            <a:cxnLst/>
            <a:rect l="l" t="t" r="r" b="b"/>
            <a:pathLst>
              <a:path w="5690235" h="5286375">
                <a:moveTo>
                  <a:pt x="0" y="0"/>
                </a:moveTo>
                <a:lnTo>
                  <a:pt x="5689799" y="0"/>
                </a:lnTo>
                <a:lnTo>
                  <a:pt x="56897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91624" y="1218324"/>
            <a:ext cx="5327650" cy="5286375"/>
          </a:xfrm>
          <a:custGeom>
            <a:avLst/>
            <a:gdLst/>
            <a:ahLst/>
            <a:cxnLst/>
            <a:rect l="l" t="t" r="r" b="b"/>
            <a:pathLst>
              <a:path w="5327650" h="5286375">
                <a:moveTo>
                  <a:pt x="0" y="0"/>
                </a:moveTo>
                <a:lnTo>
                  <a:pt x="5327399" y="0"/>
                </a:lnTo>
                <a:lnTo>
                  <a:pt x="53273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75074" y="510900"/>
            <a:ext cx="5690235" cy="57277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295"/>
              </a:spcBef>
            </a:pPr>
            <a:r>
              <a:rPr dirty="0" sz="2800">
                <a:latin typeface="Arial MT"/>
                <a:cs typeface="Arial MT"/>
              </a:rPr>
              <a:t>Problem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see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1624" y="510900"/>
            <a:ext cx="5327650" cy="572770"/>
          </a:xfrm>
          <a:prstGeom prst="rect"/>
          <a:ln w="9524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295"/>
              </a:spcBef>
            </a:pPr>
            <a:r>
              <a:rPr dirty="0" sz="2800">
                <a:latin typeface="Arial MT"/>
                <a:cs typeface="Arial MT"/>
              </a:rPr>
              <a:t>Solutions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give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dirty="0"/>
              <a:t>Describe</a:t>
            </a:r>
            <a:r>
              <a:rPr dirty="0" spc="-145"/>
              <a:t> </a:t>
            </a:r>
            <a:r>
              <a:rPr dirty="0"/>
              <a:t>Your</a:t>
            </a:r>
            <a:r>
              <a:rPr dirty="0" spc="-130"/>
              <a:t> </a:t>
            </a:r>
            <a:r>
              <a:rPr dirty="0"/>
              <a:t>Target</a:t>
            </a:r>
            <a:r>
              <a:rPr dirty="0" spc="-130"/>
              <a:t> </a:t>
            </a:r>
            <a:r>
              <a:rPr dirty="0" spc="-10"/>
              <a:t>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dirty="0" spc="-125"/>
              <a:t> </a:t>
            </a:r>
            <a:r>
              <a:rPr dirty="0" spc="-10"/>
              <a:t>Persona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59792" y="1802663"/>
            <a:ext cx="5154930" cy="122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675" indent="-307975">
              <a:lnSpc>
                <a:spcPts val="3190"/>
              </a:lnSpc>
              <a:spcBef>
                <a:spcPts val="100"/>
              </a:spcBef>
              <a:buSzPct val="64285"/>
              <a:buChar char="•"/>
              <a:tabLst>
                <a:tab pos="320675" algn="l"/>
              </a:tabLst>
            </a:pP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your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customers?</a:t>
            </a:r>
            <a:endParaRPr sz="2800">
              <a:latin typeface="Arial MT"/>
              <a:cs typeface="Arial MT"/>
            </a:endParaRPr>
          </a:p>
          <a:p>
            <a:pPr marL="320675" indent="-307975">
              <a:lnSpc>
                <a:spcPts val="3025"/>
              </a:lnSpc>
              <a:buSzPct val="64285"/>
              <a:buChar char="•"/>
              <a:tabLst>
                <a:tab pos="320675" algn="l"/>
              </a:tabLst>
            </a:pP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paying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product?</a:t>
            </a:r>
            <a:endParaRPr sz="2800">
              <a:latin typeface="Arial MT"/>
              <a:cs typeface="Arial MT"/>
            </a:endParaRPr>
          </a:p>
          <a:p>
            <a:pPr marL="320675" indent="-307975">
              <a:lnSpc>
                <a:spcPts val="3190"/>
              </a:lnSpc>
              <a:buSzPct val="64285"/>
              <a:buChar char="•"/>
              <a:tabLst>
                <a:tab pos="320675" algn="l"/>
              </a:tabLst>
            </a:pP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product?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1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latin typeface="Arial"/>
                <a:cs typeface="Arial"/>
              </a:rPr>
              <a:t>Competitor</a:t>
            </a:r>
            <a:r>
              <a:rPr dirty="0" sz="4400" spc="-215" b="1">
                <a:latin typeface="Arial"/>
                <a:cs typeface="Arial"/>
              </a:rPr>
              <a:t> </a:t>
            </a:r>
            <a:r>
              <a:rPr dirty="0" sz="4400" spc="-10" b="1">
                <a:latin typeface="Arial"/>
                <a:cs typeface="Arial"/>
              </a:rPr>
              <a:t>Analysis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74395" y="1828629"/>
            <a:ext cx="11464925" cy="4900930"/>
            <a:chOff x="374395" y="1828629"/>
            <a:chExt cx="11464925" cy="4900930"/>
          </a:xfrm>
        </p:grpSpPr>
        <p:sp>
          <p:nvSpPr>
            <p:cNvPr id="4" name="object 4" descr=""/>
            <p:cNvSpPr/>
            <p:nvPr/>
          </p:nvSpPr>
          <p:spPr>
            <a:xfrm>
              <a:off x="387095" y="1841329"/>
              <a:ext cx="11439525" cy="4875530"/>
            </a:xfrm>
            <a:custGeom>
              <a:avLst/>
              <a:gdLst/>
              <a:ahLst/>
              <a:cxnLst/>
              <a:rect l="l" t="t" r="r" b="b"/>
              <a:pathLst>
                <a:path w="11439525" h="4875530">
                  <a:moveTo>
                    <a:pt x="11439149" y="4875374"/>
                  </a:moveTo>
                  <a:lnTo>
                    <a:pt x="0" y="4875374"/>
                  </a:lnTo>
                  <a:lnTo>
                    <a:pt x="0" y="0"/>
                  </a:lnTo>
                  <a:lnTo>
                    <a:pt x="11439149" y="0"/>
                  </a:lnTo>
                  <a:lnTo>
                    <a:pt x="11439149" y="4875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7096" y="1841334"/>
              <a:ext cx="11439525" cy="711200"/>
            </a:xfrm>
            <a:custGeom>
              <a:avLst/>
              <a:gdLst/>
              <a:ahLst/>
              <a:cxnLst/>
              <a:rect l="l" t="t" r="r" b="b"/>
              <a:pathLst>
                <a:path w="11439525" h="711200">
                  <a:moveTo>
                    <a:pt x="11439144" y="0"/>
                  </a:moveTo>
                  <a:lnTo>
                    <a:pt x="11439144" y="0"/>
                  </a:lnTo>
                  <a:lnTo>
                    <a:pt x="0" y="0"/>
                  </a:lnTo>
                  <a:lnTo>
                    <a:pt x="0" y="710730"/>
                  </a:lnTo>
                  <a:lnTo>
                    <a:pt x="11439144" y="710730"/>
                  </a:lnTo>
                  <a:lnTo>
                    <a:pt x="11439144" y="0"/>
                  </a:lnTo>
                  <a:close/>
                </a:path>
              </a:pathLst>
            </a:custGeom>
            <a:solidFill>
              <a:srgbClr val="A8D0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7096" y="2552064"/>
              <a:ext cx="11439525" cy="4164965"/>
            </a:xfrm>
            <a:custGeom>
              <a:avLst/>
              <a:gdLst/>
              <a:ahLst/>
              <a:cxnLst/>
              <a:rect l="l" t="t" r="r" b="b"/>
              <a:pathLst>
                <a:path w="11439525" h="4164965">
                  <a:moveTo>
                    <a:pt x="11439144" y="3453917"/>
                  </a:moveTo>
                  <a:lnTo>
                    <a:pt x="11439144" y="3453917"/>
                  </a:lnTo>
                  <a:lnTo>
                    <a:pt x="0" y="3453917"/>
                  </a:lnTo>
                  <a:lnTo>
                    <a:pt x="0" y="4164647"/>
                  </a:lnTo>
                  <a:lnTo>
                    <a:pt x="11439144" y="4164647"/>
                  </a:lnTo>
                  <a:lnTo>
                    <a:pt x="11439144" y="3453917"/>
                  </a:lnTo>
                  <a:close/>
                </a:path>
                <a:path w="11439525" h="4164965">
                  <a:moveTo>
                    <a:pt x="11439144" y="1828800"/>
                  </a:moveTo>
                  <a:lnTo>
                    <a:pt x="11439144" y="1828800"/>
                  </a:lnTo>
                  <a:lnTo>
                    <a:pt x="0" y="1828800"/>
                  </a:lnTo>
                  <a:lnTo>
                    <a:pt x="0" y="2743200"/>
                  </a:lnTo>
                  <a:lnTo>
                    <a:pt x="11439144" y="2743200"/>
                  </a:lnTo>
                  <a:lnTo>
                    <a:pt x="11439144" y="1828800"/>
                  </a:lnTo>
                  <a:close/>
                </a:path>
                <a:path w="11439525" h="4164965">
                  <a:moveTo>
                    <a:pt x="11439144" y="0"/>
                  </a:moveTo>
                  <a:lnTo>
                    <a:pt x="11439144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11439144" y="914400"/>
                  </a:lnTo>
                  <a:lnTo>
                    <a:pt x="1143914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0745" y="1834979"/>
              <a:ext cx="11452225" cy="4888230"/>
            </a:xfrm>
            <a:custGeom>
              <a:avLst/>
              <a:gdLst/>
              <a:ahLst/>
              <a:cxnLst/>
              <a:rect l="l" t="t" r="r" b="b"/>
              <a:pathLst>
                <a:path w="11452225" h="4888230">
                  <a:moveTo>
                    <a:pt x="6349" y="0"/>
                  </a:moveTo>
                  <a:lnTo>
                    <a:pt x="6349" y="4888074"/>
                  </a:lnTo>
                </a:path>
                <a:path w="11452225" h="4888230">
                  <a:moveTo>
                    <a:pt x="753099" y="0"/>
                  </a:moveTo>
                  <a:lnTo>
                    <a:pt x="753099" y="4888074"/>
                  </a:lnTo>
                </a:path>
                <a:path w="11452225" h="4888230">
                  <a:moveTo>
                    <a:pt x="3819399" y="0"/>
                  </a:moveTo>
                  <a:lnTo>
                    <a:pt x="3819399" y="4888074"/>
                  </a:lnTo>
                </a:path>
                <a:path w="11452225" h="4888230">
                  <a:moveTo>
                    <a:pt x="5725924" y="0"/>
                  </a:moveTo>
                  <a:lnTo>
                    <a:pt x="5725924" y="4888074"/>
                  </a:lnTo>
                </a:path>
                <a:path w="11452225" h="4888230">
                  <a:moveTo>
                    <a:pt x="7632449" y="0"/>
                  </a:moveTo>
                  <a:lnTo>
                    <a:pt x="7632449" y="4888074"/>
                  </a:lnTo>
                </a:path>
                <a:path w="11452225" h="4888230">
                  <a:moveTo>
                    <a:pt x="9538974" y="0"/>
                  </a:moveTo>
                  <a:lnTo>
                    <a:pt x="9538974" y="4888074"/>
                  </a:lnTo>
                </a:path>
                <a:path w="11452225" h="4888230">
                  <a:moveTo>
                    <a:pt x="11445499" y="0"/>
                  </a:moveTo>
                  <a:lnTo>
                    <a:pt x="11445499" y="4888074"/>
                  </a:lnTo>
                </a:path>
                <a:path w="11452225" h="4888230">
                  <a:moveTo>
                    <a:pt x="0" y="6349"/>
                  </a:moveTo>
                  <a:lnTo>
                    <a:pt x="11451849" y="6349"/>
                  </a:lnTo>
                </a:path>
                <a:path w="11452225" h="4888230">
                  <a:moveTo>
                    <a:pt x="0" y="717074"/>
                  </a:moveTo>
                  <a:lnTo>
                    <a:pt x="11451849" y="717074"/>
                  </a:lnTo>
                </a:path>
                <a:path w="11452225" h="4888230">
                  <a:moveTo>
                    <a:pt x="0" y="1631474"/>
                  </a:moveTo>
                  <a:lnTo>
                    <a:pt x="11451849" y="1631474"/>
                  </a:lnTo>
                </a:path>
                <a:path w="11452225" h="4888230">
                  <a:moveTo>
                    <a:pt x="0" y="2545874"/>
                  </a:moveTo>
                  <a:lnTo>
                    <a:pt x="11451849" y="2545874"/>
                  </a:lnTo>
                </a:path>
                <a:path w="11452225" h="4888230">
                  <a:moveTo>
                    <a:pt x="0" y="3460274"/>
                  </a:moveTo>
                  <a:lnTo>
                    <a:pt x="11451849" y="3460274"/>
                  </a:lnTo>
                </a:path>
                <a:path w="11452225" h="4888230">
                  <a:moveTo>
                    <a:pt x="0" y="4170999"/>
                  </a:moveTo>
                  <a:lnTo>
                    <a:pt x="11451849" y="4170999"/>
                  </a:lnTo>
                </a:path>
                <a:path w="11452225" h="4888230">
                  <a:moveTo>
                    <a:pt x="0" y="4881724"/>
                  </a:moveTo>
                  <a:lnTo>
                    <a:pt x="11451849" y="48817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26482" y="2037687"/>
            <a:ext cx="467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S.No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62976" y="1900527"/>
            <a:ext cx="22059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5330" marR="5080" indent="-72263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Feature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/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Aspect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venture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23890" y="2037687"/>
            <a:ext cx="1258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Calibri"/>
                <a:cs typeface="Calibri"/>
              </a:rPr>
              <a:t>Your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Venture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422155" y="2037687"/>
            <a:ext cx="1275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Competitor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328680" y="2037687"/>
            <a:ext cx="1275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Competitor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235206" y="2037687"/>
            <a:ext cx="1275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Competitor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9839" y="2850250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40459" y="2713090"/>
            <a:ext cx="26517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2485" marR="5080" indent="-820419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Mention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are </a:t>
            </a:r>
            <a:r>
              <a:rPr dirty="0" sz="1800" spc="-10">
                <a:latin typeface="Calibri"/>
                <a:cs typeface="Calibri"/>
              </a:rPr>
              <a:t>comparing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86360" y="2713090"/>
            <a:ext cx="17335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95" marR="5080" indent="-241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Does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venture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84024" y="2575930"/>
            <a:ext cx="15506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Does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competitor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have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190549" y="2575930"/>
            <a:ext cx="15506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Does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competitor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have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97075" y="2575930"/>
            <a:ext cx="15506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Does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competitor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have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9839" y="3764650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40459" y="3490330"/>
            <a:ext cx="26517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2485" marR="5080" indent="-820419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Mention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are </a:t>
            </a:r>
            <a:r>
              <a:rPr dirty="0" sz="1800" spc="-10">
                <a:latin typeface="Calibri"/>
                <a:cs typeface="Calibri"/>
              </a:rPr>
              <a:t>comparing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89839" y="4679050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40459" y="4404730"/>
            <a:ext cx="26517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2485" marR="5080" indent="-820419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Mention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are </a:t>
            </a:r>
            <a:r>
              <a:rPr dirty="0" sz="1800" spc="-10">
                <a:latin typeface="Calibri"/>
                <a:cs typeface="Calibri"/>
              </a:rPr>
              <a:t>comparing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52400" y="161925"/>
            <a:ext cx="11887200" cy="6534784"/>
          </a:xfrm>
          <a:custGeom>
            <a:avLst/>
            <a:gdLst/>
            <a:ahLst/>
            <a:cxnLst/>
            <a:rect l="l" t="t" r="r" b="b"/>
            <a:pathLst>
              <a:path w="11887200" h="6534784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dirty="0"/>
              <a:t>Unique</a:t>
            </a:r>
            <a:r>
              <a:rPr dirty="0" spc="-35"/>
              <a:t> </a:t>
            </a:r>
            <a:r>
              <a:rPr dirty="0"/>
              <a:t>Selling</a:t>
            </a:r>
            <a:r>
              <a:rPr dirty="0" spc="-30"/>
              <a:t> </a:t>
            </a:r>
            <a:r>
              <a:rPr dirty="0" spc="-10"/>
              <a:t>Point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15347" y="1718335"/>
            <a:ext cx="9841230" cy="155892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65125" indent="-352425">
              <a:lnSpc>
                <a:spcPct val="100000"/>
              </a:lnSpc>
              <a:spcBef>
                <a:spcPts val="760"/>
              </a:spcBef>
              <a:buChar char="•"/>
              <a:tabLst>
                <a:tab pos="365125" algn="l"/>
              </a:tabLst>
            </a:pPr>
            <a:r>
              <a:rPr dirty="0" sz="2800">
                <a:latin typeface="Arial MT"/>
                <a:cs typeface="Arial MT"/>
              </a:rPr>
              <a:t>What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our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unique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selling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point?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665"/>
              </a:spcBef>
              <a:buChar char="•"/>
              <a:tabLst>
                <a:tab pos="365125" algn="l"/>
              </a:tabLst>
            </a:pPr>
            <a:r>
              <a:rPr dirty="0" sz="2800">
                <a:latin typeface="Arial MT"/>
                <a:cs typeface="Arial MT"/>
              </a:rPr>
              <a:t>Why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would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customers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competitors?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665"/>
              </a:spcBef>
              <a:buChar char="•"/>
              <a:tabLst>
                <a:tab pos="365125" algn="l"/>
              </a:tabLst>
            </a:pPr>
            <a:r>
              <a:rPr dirty="0" sz="2800">
                <a:latin typeface="Arial MT"/>
                <a:cs typeface="Arial MT"/>
              </a:rPr>
              <a:t>Why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we(the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team)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suited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grow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idea?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02579" y="618864"/>
            <a:ext cx="11187430" cy="5819140"/>
            <a:chOff x="502579" y="618864"/>
            <a:chExt cx="11187430" cy="5819140"/>
          </a:xfrm>
        </p:grpSpPr>
        <p:sp>
          <p:nvSpPr>
            <p:cNvPr id="3" name="object 3" descr=""/>
            <p:cNvSpPr/>
            <p:nvPr/>
          </p:nvSpPr>
          <p:spPr>
            <a:xfrm>
              <a:off x="515279" y="631564"/>
              <a:ext cx="11162030" cy="5793740"/>
            </a:xfrm>
            <a:custGeom>
              <a:avLst/>
              <a:gdLst/>
              <a:ahLst/>
              <a:cxnLst/>
              <a:rect l="l" t="t" r="r" b="b"/>
              <a:pathLst>
                <a:path w="11162030" h="5793740">
                  <a:moveTo>
                    <a:pt x="11161449" y="5793624"/>
                  </a:moveTo>
                  <a:lnTo>
                    <a:pt x="0" y="5793624"/>
                  </a:lnTo>
                  <a:lnTo>
                    <a:pt x="0" y="0"/>
                  </a:lnTo>
                  <a:lnTo>
                    <a:pt x="11161449" y="0"/>
                  </a:lnTo>
                  <a:lnTo>
                    <a:pt x="11161449" y="5793624"/>
                  </a:lnTo>
                  <a:close/>
                </a:path>
              </a:pathLst>
            </a:custGeom>
            <a:solidFill>
              <a:srgbClr val="E7EB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15277" y="631570"/>
              <a:ext cx="11162030" cy="945515"/>
            </a:xfrm>
            <a:custGeom>
              <a:avLst/>
              <a:gdLst/>
              <a:ahLst/>
              <a:cxnLst/>
              <a:rect l="l" t="t" r="r" b="b"/>
              <a:pathLst>
                <a:path w="11162030" h="945515">
                  <a:moveTo>
                    <a:pt x="11161446" y="0"/>
                  </a:moveTo>
                  <a:lnTo>
                    <a:pt x="5580723" y="0"/>
                  </a:lnTo>
                  <a:lnTo>
                    <a:pt x="0" y="0"/>
                  </a:lnTo>
                  <a:lnTo>
                    <a:pt x="0" y="945426"/>
                  </a:lnTo>
                  <a:lnTo>
                    <a:pt x="5580723" y="945426"/>
                  </a:lnTo>
                  <a:lnTo>
                    <a:pt x="11161446" y="945426"/>
                  </a:lnTo>
                  <a:lnTo>
                    <a:pt x="11161446" y="0"/>
                  </a:lnTo>
                  <a:close/>
                </a:path>
              </a:pathLst>
            </a:custGeom>
            <a:solidFill>
              <a:srgbClr val="A8D08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8929" y="625214"/>
              <a:ext cx="11174730" cy="5806440"/>
            </a:xfrm>
            <a:custGeom>
              <a:avLst/>
              <a:gdLst/>
              <a:ahLst/>
              <a:cxnLst/>
              <a:rect l="l" t="t" r="r" b="b"/>
              <a:pathLst>
                <a:path w="11174730" h="5806440">
                  <a:moveTo>
                    <a:pt x="6349" y="0"/>
                  </a:moveTo>
                  <a:lnTo>
                    <a:pt x="6349" y="5806324"/>
                  </a:lnTo>
                </a:path>
                <a:path w="11174730" h="5806440">
                  <a:moveTo>
                    <a:pt x="5587074" y="0"/>
                  </a:moveTo>
                  <a:lnTo>
                    <a:pt x="5587074" y="5806324"/>
                  </a:lnTo>
                </a:path>
                <a:path w="11174730" h="5806440">
                  <a:moveTo>
                    <a:pt x="11167799" y="0"/>
                  </a:moveTo>
                  <a:lnTo>
                    <a:pt x="11167799" y="5806324"/>
                  </a:lnTo>
                </a:path>
                <a:path w="11174730" h="5806440">
                  <a:moveTo>
                    <a:pt x="0" y="6349"/>
                  </a:moveTo>
                  <a:lnTo>
                    <a:pt x="11174149" y="6349"/>
                  </a:lnTo>
                </a:path>
                <a:path w="11174730" h="5806440">
                  <a:moveTo>
                    <a:pt x="0" y="951774"/>
                  </a:moveTo>
                  <a:lnTo>
                    <a:pt x="11174149" y="951774"/>
                  </a:lnTo>
                </a:path>
                <a:path w="11174730" h="5806440">
                  <a:moveTo>
                    <a:pt x="0" y="5799974"/>
                  </a:moveTo>
                  <a:lnTo>
                    <a:pt x="11174149" y="579997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31232" y="945273"/>
            <a:ext cx="2546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latin typeface="Calibri"/>
                <a:cs typeface="Calibri"/>
              </a:rPr>
              <a:t>WHAT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YOU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GOOD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AT?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83903" y="945273"/>
            <a:ext cx="3202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latin typeface="Calibri"/>
                <a:cs typeface="Calibri"/>
              </a:rPr>
              <a:t>WHAT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YOU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NEED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HELP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WITH?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467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Additional</a:t>
            </a:r>
            <a:r>
              <a:rPr dirty="0" sz="4400" spc="-170"/>
              <a:t> </a:t>
            </a:r>
            <a:r>
              <a:rPr dirty="0" sz="4400" spc="-10"/>
              <a:t>Information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1059792" y="1802663"/>
            <a:ext cx="5332730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675" indent="-307975">
              <a:lnSpc>
                <a:spcPts val="3190"/>
              </a:lnSpc>
              <a:spcBef>
                <a:spcPts val="100"/>
              </a:spcBef>
              <a:buSzPct val="64285"/>
              <a:buChar char="•"/>
              <a:tabLst>
                <a:tab pos="320675" algn="l"/>
              </a:tabLst>
            </a:pPr>
            <a:r>
              <a:rPr dirty="0" sz="2800">
                <a:latin typeface="Arial MT"/>
                <a:cs typeface="Arial MT"/>
              </a:rPr>
              <a:t>Anything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else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you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wish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share</a:t>
            </a:r>
            <a:endParaRPr sz="2800">
              <a:latin typeface="Arial MT"/>
              <a:cs typeface="Arial MT"/>
            </a:endParaRPr>
          </a:p>
          <a:p>
            <a:pPr marL="320675" indent="-307975">
              <a:lnSpc>
                <a:spcPts val="3190"/>
              </a:lnSpc>
              <a:buSzPct val="64285"/>
              <a:buChar char="•"/>
              <a:tabLst>
                <a:tab pos="320675" algn="l"/>
              </a:tabLst>
            </a:pPr>
            <a:r>
              <a:rPr dirty="0" sz="2800">
                <a:latin typeface="Arial MT"/>
                <a:cs typeface="Arial MT"/>
              </a:rPr>
              <a:t>Links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/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information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etc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dirty="0"/>
              <a:t>Seed</a:t>
            </a:r>
            <a:r>
              <a:rPr dirty="0" spc="-80"/>
              <a:t> </a:t>
            </a:r>
            <a:r>
              <a:rPr dirty="0"/>
              <a:t>Fund</a:t>
            </a:r>
            <a:r>
              <a:rPr dirty="0" spc="-80"/>
              <a:t> </a:t>
            </a:r>
            <a:r>
              <a:rPr dirty="0" spc="-10"/>
              <a:t>Utilization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9792" y="1802663"/>
            <a:ext cx="10142855" cy="122047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21310" marR="5080" indent="-309245">
              <a:lnSpc>
                <a:spcPts val="3020"/>
              </a:lnSpc>
              <a:spcBef>
                <a:spcPts val="480"/>
              </a:spcBef>
              <a:buSzPct val="64285"/>
              <a:buChar char="•"/>
              <a:tabLst>
                <a:tab pos="321310" algn="l"/>
              </a:tabLst>
            </a:pPr>
            <a:r>
              <a:rPr dirty="0" sz="2800">
                <a:latin typeface="Arial MT"/>
                <a:cs typeface="Arial MT"/>
              </a:rPr>
              <a:t>How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you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plan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make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Rs.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2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lac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fund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for </a:t>
            </a:r>
            <a:r>
              <a:rPr dirty="0" sz="2800">
                <a:latin typeface="Arial MT"/>
                <a:cs typeface="Arial MT"/>
              </a:rPr>
              <a:t>your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product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development.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Please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read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Nirmaan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Student’s </a:t>
            </a:r>
            <a:r>
              <a:rPr dirty="0" sz="2800">
                <a:latin typeface="Arial MT"/>
                <a:cs typeface="Arial MT"/>
              </a:rPr>
              <a:t>Guide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book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before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answering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question.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52400" y="161925"/>
            <a:ext cx="11887200" cy="6534150"/>
          </a:xfrm>
          <a:custGeom>
            <a:avLst/>
            <a:gdLst/>
            <a:ahLst/>
            <a:cxnLst/>
            <a:rect l="l" t="t" r="r" b="b"/>
            <a:pathLst>
              <a:path w="11887200" h="653415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875" y="2608276"/>
            <a:ext cx="3681729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Thank</a:t>
            </a:r>
            <a:r>
              <a:rPr dirty="0" sz="6000" spc="-215"/>
              <a:t> </a:t>
            </a:r>
            <a:r>
              <a:rPr dirty="0" sz="6000" spc="-25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Nirmaan Sample Pitchdeck.pptx</dc:title>
  <dcterms:created xsi:type="dcterms:W3CDTF">2026-01-28T07:31:10Z</dcterms:created>
  <dcterms:modified xsi:type="dcterms:W3CDTF">2026-01-28T07:31:10Z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2026-01-28T00:00:00Z</vt:filetime>
  </property>
</Properties>
</file>